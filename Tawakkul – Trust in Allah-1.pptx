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85" r:id="rId4"/>
  </p:sldMasterIdLst>
  <p:sldIdLst>
    <p:sldId id="343" r:id="rId5"/>
    <p:sldId id="352" r:id="rId6"/>
    <p:sldId id="355" r:id="rId7"/>
    <p:sldId id="357" r:id="rId8"/>
    <p:sldId id="358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EFF7"/>
    <a:srgbClr val="D0D1D9"/>
    <a:srgbClr val="F6F9FF"/>
    <a:srgbClr val="19191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34" autoAdjust="0"/>
  </p:normalViewPr>
  <p:slideViewPr>
    <p:cSldViewPr snapToGrid="0">
      <p:cViewPr varScale="1">
        <p:scale>
          <a:sx n="71" d="100"/>
          <a:sy n="71" d="100"/>
        </p:scale>
        <p:origin x="84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">
            <a:extLst>
              <a:ext uri="{FF2B5EF4-FFF2-40B4-BE49-F238E27FC236}">
                <a16:creationId xmlns:a16="http://schemas.microsoft.com/office/drawing/2014/main" id="{F9512BDE-EEA0-404B-8D45-8AA93D61DABC}"/>
              </a:ext>
            </a:extLst>
          </p:cNvPr>
          <p:cNvSpPr/>
          <p:nvPr userDrawn="1"/>
        </p:nvSpPr>
        <p:spPr>
          <a:xfrm flipH="1">
            <a:off x="-1" y="4450188"/>
            <a:ext cx="12192000" cy="2407811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sp>
        <p:nvSpPr>
          <p:cNvPr id="11" name="Rectangle">
            <a:extLst>
              <a:ext uri="{FF2B5EF4-FFF2-40B4-BE49-F238E27FC236}">
                <a16:creationId xmlns:a16="http://schemas.microsoft.com/office/drawing/2014/main" id="{E1223535-0F2F-6340-80B9-0B5D9364A13F}"/>
              </a:ext>
            </a:extLst>
          </p:cNvPr>
          <p:cNvSpPr/>
          <p:nvPr userDrawn="1"/>
        </p:nvSpPr>
        <p:spPr>
          <a:xfrm>
            <a:off x="635000" y="633875"/>
            <a:ext cx="10922000" cy="5590250"/>
          </a:xfrm>
          <a:prstGeom prst="rect">
            <a:avLst/>
          </a:prstGeom>
          <a:solidFill>
            <a:srgbClr val="F6F9FF"/>
          </a:solidFill>
          <a:ln w="12700">
            <a:noFill/>
            <a:miter lim="400000"/>
          </a:ln>
          <a:effectLst>
            <a:outerShdw blurRad="254000" dist="25400" dir="2700000" rotWithShape="0">
              <a:srgbClr val="1F2125">
                <a:alpha val="15000"/>
              </a:srgbClr>
            </a:outerShdw>
          </a:effectLst>
        </p:spPr>
        <p:txBody>
          <a:bodyPr lIns="0" tIns="0" rIns="0" bIns="0" anchor="ctr"/>
          <a:lstStyle/>
          <a:p>
            <a:pPr>
              <a:defRPr sz="3200" b="0">
                <a:solidFill>
                  <a:srgbClr val="E8ECF2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cap="all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noProof="0" smtClean="0"/>
              <a:t>Click to edit Master subtitle style</a:t>
            </a:r>
            <a:endParaRPr lang="en-US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noProof="0" smtClean="0"/>
              <a:t>12/23/2025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235843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">
            <a:extLst>
              <a:ext uri="{FF2B5EF4-FFF2-40B4-BE49-F238E27FC236}">
                <a16:creationId xmlns:a16="http://schemas.microsoft.com/office/drawing/2014/main" id="{F9512BDE-EEA0-404B-8D45-8AA93D61DABC}"/>
              </a:ext>
            </a:extLst>
          </p:cNvPr>
          <p:cNvSpPr/>
          <p:nvPr userDrawn="1"/>
        </p:nvSpPr>
        <p:spPr>
          <a:xfrm flipH="1">
            <a:off x="4217870" y="0"/>
            <a:ext cx="3599236" cy="6857999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sp>
        <p:nvSpPr>
          <p:cNvPr id="11" name="Rectangle">
            <a:extLst>
              <a:ext uri="{FF2B5EF4-FFF2-40B4-BE49-F238E27FC236}">
                <a16:creationId xmlns:a16="http://schemas.microsoft.com/office/drawing/2014/main" id="{E1223535-0F2F-6340-80B9-0B5D9364A13F}"/>
              </a:ext>
            </a:extLst>
          </p:cNvPr>
          <p:cNvSpPr/>
          <p:nvPr userDrawn="1"/>
        </p:nvSpPr>
        <p:spPr>
          <a:xfrm>
            <a:off x="635000" y="633875"/>
            <a:ext cx="10922000" cy="5590250"/>
          </a:xfrm>
          <a:prstGeom prst="rect">
            <a:avLst/>
          </a:prstGeom>
          <a:solidFill>
            <a:srgbClr val="F6F9FF"/>
          </a:solidFill>
          <a:ln w="12700">
            <a:noFill/>
            <a:miter lim="400000"/>
          </a:ln>
          <a:effectLst>
            <a:outerShdw blurRad="254000" dist="25400" dir="2700000" rotWithShape="0">
              <a:srgbClr val="1F2125">
                <a:alpha val="15000"/>
              </a:srgbClr>
            </a:outerShdw>
          </a:effectLst>
        </p:spPr>
        <p:txBody>
          <a:bodyPr lIns="0" tIns="0" rIns="0" bIns="0" anchor="ctr"/>
          <a:lstStyle/>
          <a:p>
            <a:pPr>
              <a:defRPr sz="3200" b="0">
                <a:solidFill>
                  <a:srgbClr val="E8ECF2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cap="all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noProof="0" smtClean="0"/>
              <a:t>Click to edit Master subtitle style</a:t>
            </a:r>
            <a:endParaRPr lang="en-US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noProof="0" smtClean="0"/>
              <a:t>12/23/2025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970758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">
            <a:extLst>
              <a:ext uri="{FF2B5EF4-FFF2-40B4-BE49-F238E27FC236}">
                <a16:creationId xmlns:a16="http://schemas.microsoft.com/office/drawing/2014/main" id="{202A34A5-A029-A246-82C6-D288185EB396}"/>
              </a:ext>
            </a:extLst>
          </p:cNvPr>
          <p:cNvSpPr/>
          <p:nvPr userDrawn="1"/>
        </p:nvSpPr>
        <p:spPr>
          <a:xfrm flipH="1">
            <a:off x="0" y="0"/>
            <a:ext cx="3351057" cy="6858000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sp>
        <p:nvSpPr>
          <p:cNvPr id="13" name="Rectangle">
            <a:extLst>
              <a:ext uri="{FF2B5EF4-FFF2-40B4-BE49-F238E27FC236}">
                <a16:creationId xmlns:a16="http://schemas.microsoft.com/office/drawing/2014/main" id="{2773E1D8-C87F-EE46-8284-575DCA498E81}"/>
              </a:ext>
            </a:extLst>
          </p:cNvPr>
          <p:cNvSpPr/>
          <p:nvPr userDrawn="1"/>
        </p:nvSpPr>
        <p:spPr>
          <a:xfrm>
            <a:off x="635000" y="633875"/>
            <a:ext cx="10922000" cy="5590250"/>
          </a:xfrm>
          <a:prstGeom prst="rect">
            <a:avLst/>
          </a:prstGeom>
          <a:solidFill>
            <a:srgbClr val="F6F9FF"/>
          </a:solidFill>
          <a:ln w="12700">
            <a:noFill/>
            <a:miter lim="400000"/>
          </a:ln>
          <a:effectLst>
            <a:outerShdw blurRad="254000" dist="25400" dir="2700000" rotWithShape="0">
              <a:srgbClr val="1F2125">
                <a:alpha val="15000"/>
              </a:srgbClr>
            </a:outerShdw>
          </a:effectLst>
        </p:spPr>
        <p:txBody>
          <a:bodyPr lIns="0" tIns="0" rIns="0" bIns="0" anchor="ctr"/>
          <a:lstStyle/>
          <a:p>
            <a:pPr>
              <a:defRPr sz="3200" b="0">
                <a:solidFill>
                  <a:srgbClr val="E8ECF2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noProof="0" smtClean="0"/>
              <a:t>12/23/2025</a:t>
            </a:fld>
            <a:endParaRPr lang="en-US" noProof="0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C429A40D-770E-C144-A5B5-6A4442C09C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7280" y="942871"/>
            <a:ext cx="10058400" cy="5875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cap="all" baseline="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324070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">
            <a:extLst>
              <a:ext uri="{FF2B5EF4-FFF2-40B4-BE49-F238E27FC236}">
                <a16:creationId xmlns:a16="http://schemas.microsoft.com/office/drawing/2014/main" id="{64248D99-2B30-464D-B9B7-4E5C3A1F3FB2}"/>
              </a:ext>
            </a:extLst>
          </p:cNvPr>
          <p:cNvSpPr/>
          <p:nvPr userDrawn="1"/>
        </p:nvSpPr>
        <p:spPr>
          <a:xfrm flipH="1">
            <a:off x="0" y="0"/>
            <a:ext cx="6096000" cy="6858000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sp>
        <p:nvSpPr>
          <p:cNvPr id="16" name="Rectangle">
            <a:extLst>
              <a:ext uri="{FF2B5EF4-FFF2-40B4-BE49-F238E27FC236}">
                <a16:creationId xmlns:a16="http://schemas.microsoft.com/office/drawing/2014/main" id="{3FAFF55B-FDE6-394B-A39B-22627D8FB6EA}"/>
              </a:ext>
            </a:extLst>
          </p:cNvPr>
          <p:cNvSpPr/>
          <p:nvPr userDrawn="1"/>
        </p:nvSpPr>
        <p:spPr>
          <a:xfrm>
            <a:off x="635000" y="633875"/>
            <a:ext cx="10922000" cy="5590250"/>
          </a:xfrm>
          <a:prstGeom prst="rect">
            <a:avLst/>
          </a:prstGeom>
          <a:solidFill>
            <a:srgbClr val="F6F9FF"/>
          </a:solidFill>
          <a:ln w="12700">
            <a:noFill/>
            <a:miter lim="400000"/>
          </a:ln>
          <a:effectLst>
            <a:outerShdw blurRad="254000" dist="25400" dir="2700000" rotWithShape="0">
              <a:srgbClr val="1F2125">
                <a:alpha val="15000"/>
              </a:srgbClr>
            </a:outerShdw>
          </a:effectLst>
        </p:spPr>
        <p:txBody>
          <a:bodyPr lIns="0" tIns="0" rIns="0" bIns="0" anchor="ctr"/>
          <a:lstStyle/>
          <a:p>
            <a:pPr>
              <a:defRPr sz="3200" b="0">
                <a:solidFill>
                  <a:srgbClr val="E8ECF2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100">
                <a:solidFill>
                  <a:schemeClr val="tx1"/>
                </a:solidFill>
              </a:defRPr>
            </a:lvl3pPr>
            <a:lvl4pPr>
              <a:defRPr sz="1100">
                <a:solidFill>
                  <a:schemeClr val="tx1"/>
                </a:solidFill>
              </a:defRPr>
            </a:lvl4pPr>
            <a:lvl5pPr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100">
                <a:solidFill>
                  <a:schemeClr val="tx1"/>
                </a:solidFill>
              </a:defRPr>
            </a:lvl3pPr>
            <a:lvl4pPr>
              <a:defRPr sz="1100">
                <a:solidFill>
                  <a:schemeClr val="tx1"/>
                </a:solidFill>
              </a:defRPr>
            </a:lvl4pPr>
            <a:lvl5pPr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noProof="0" smtClean="0"/>
              <a:t>12/23/2025</a:t>
            </a:fld>
            <a:endParaRPr lang="en-US" noProof="0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7" name="Title Placeholder 1">
            <a:extLst>
              <a:ext uri="{FF2B5EF4-FFF2-40B4-BE49-F238E27FC236}">
                <a16:creationId xmlns:a16="http://schemas.microsoft.com/office/drawing/2014/main" id="{99E345E4-E77C-484E-9FBB-E4EC71F085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7280" y="942871"/>
            <a:ext cx="10058400" cy="5875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cap="all" baseline="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232241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">
            <a:extLst>
              <a:ext uri="{FF2B5EF4-FFF2-40B4-BE49-F238E27FC236}">
                <a16:creationId xmlns:a16="http://schemas.microsoft.com/office/drawing/2014/main" id="{83ACCAC0-2C8A-CE43-8C55-22BB53C73920}"/>
              </a:ext>
            </a:extLst>
          </p:cNvPr>
          <p:cNvSpPr/>
          <p:nvPr userDrawn="1"/>
        </p:nvSpPr>
        <p:spPr>
          <a:xfrm flipH="1">
            <a:off x="0" y="0"/>
            <a:ext cx="3351057" cy="6858000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sp>
        <p:nvSpPr>
          <p:cNvPr id="10" name="Rectangle">
            <a:extLst>
              <a:ext uri="{FF2B5EF4-FFF2-40B4-BE49-F238E27FC236}">
                <a16:creationId xmlns:a16="http://schemas.microsoft.com/office/drawing/2014/main" id="{A400A9BD-AA60-E24D-9FC2-722758C8C933}"/>
              </a:ext>
            </a:extLst>
          </p:cNvPr>
          <p:cNvSpPr/>
          <p:nvPr userDrawn="1"/>
        </p:nvSpPr>
        <p:spPr>
          <a:xfrm>
            <a:off x="635000" y="633875"/>
            <a:ext cx="10922000" cy="5590250"/>
          </a:xfrm>
          <a:prstGeom prst="rect">
            <a:avLst/>
          </a:prstGeom>
          <a:solidFill>
            <a:srgbClr val="F6F9FF"/>
          </a:solidFill>
          <a:ln w="12700">
            <a:noFill/>
            <a:miter lim="400000"/>
          </a:ln>
          <a:effectLst>
            <a:outerShdw blurRad="254000" dist="25400" dir="2700000" rotWithShape="0">
              <a:srgbClr val="1F2125">
                <a:alpha val="15000"/>
              </a:srgbClr>
            </a:outerShdw>
          </a:effectLst>
        </p:spPr>
        <p:txBody>
          <a:bodyPr lIns="0" tIns="0" rIns="0" bIns="0" anchor="ctr"/>
          <a:lstStyle/>
          <a:p>
            <a:pPr>
              <a:defRPr sz="3200" b="0">
                <a:solidFill>
                  <a:srgbClr val="E8ECF2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noProof="0" smtClean="0"/>
              <a:t>12/23/2025</a:t>
            </a:fld>
            <a:endParaRPr lang="en-US" noProof="0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D4076461-FF7A-8843-B7F9-D041F3FB22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7280" y="942871"/>
            <a:ext cx="10058400" cy="5875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cap="all" baseline="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203992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">
            <a:extLst>
              <a:ext uri="{FF2B5EF4-FFF2-40B4-BE49-F238E27FC236}">
                <a16:creationId xmlns:a16="http://schemas.microsoft.com/office/drawing/2014/main" id="{35FB147F-5DC4-B24C-B8CB-D3DA74290381}"/>
              </a:ext>
            </a:extLst>
          </p:cNvPr>
          <p:cNvSpPr/>
          <p:nvPr userDrawn="1"/>
        </p:nvSpPr>
        <p:spPr>
          <a:xfrm>
            <a:off x="1" y="3429000"/>
            <a:ext cx="12192000" cy="3429000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sp>
        <p:nvSpPr>
          <p:cNvPr id="10" name="Rectangle">
            <a:extLst>
              <a:ext uri="{FF2B5EF4-FFF2-40B4-BE49-F238E27FC236}">
                <a16:creationId xmlns:a16="http://schemas.microsoft.com/office/drawing/2014/main" id="{A400A9BD-AA60-E24D-9FC2-722758C8C933}"/>
              </a:ext>
            </a:extLst>
          </p:cNvPr>
          <p:cNvSpPr/>
          <p:nvPr userDrawn="1"/>
        </p:nvSpPr>
        <p:spPr>
          <a:xfrm>
            <a:off x="635000" y="633875"/>
            <a:ext cx="10922000" cy="5590250"/>
          </a:xfrm>
          <a:prstGeom prst="rect">
            <a:avLst/>
          </a:prstGeom>
          <a:solidFill>
            <a:srgbClr val="F6F9FF"/>
          </a:solidFill>
          <a:ln w="12700">
            <a:noFill/>
            <a:miter lim="400000"/>
          </a:ln>
          <a:effectLst>
            <a:outerShdw blurRad="254000" dist="25400" dir="2700000" rotWithShape="0">
              <a:srgbClr val="1F2125">
                <a:alpha val="15000"/>
              </a:srgbClr>
            </a:outerShdw>
          </a:effectLst>
        </p:spPr>
        <p:txBody>
          <a:bodyPr lIns="0" tIns="0" rIns="0" bIns="0" anchor="ctr"/>
          <a:lstStyle/>
          <a:p>
            <a:pPr>
              <a:defRPr sz="3200" b="0">
                <a:solidFill>
                  <a:srgbClr val="E8ECF2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noProof="0" smtClean="0"/>
              <a:t>12/23/2025</a:t>
            </a:fld>
            <a:endParaRPr lang="en-US" noProof="0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B9308E97-4F89-394E-856A-5B4EFCB2E73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97279" y="1930861"/>
            <a:ext cx="2919413" cy="2919413"/>
          </a:xfrm>
          <a:solidFill>
            <a:srgbClr val="EDEFF7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A50BECA0-8817-964B-AEDB-A45669684C3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659186" y="1930861"/>
            <a:ext cx="2919413" cy="2919413"/>
          </a:xfrm>
          <a:solidFill>
            <a:srgbClr val="EDEFF7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EF399F4D-B67A-4C4B-BCF3-36FE110603F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221093" y="1930861"/>
            <a:ext cx="2919413" cy="2919413"/>
          </a:xfrm>
          <a:solidFill>
            <a:srgbClr val="EDEFF7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08305C84-E25F-EC49-8F2B-4C0181FD3ABF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097279" y="5257321"/>
            <a:ext cx="2919413" cy="583534"/>
          </a:xfrm>
        </p:spPr>
        <p:txBody>
          <a:bodyPr lIns="91440" rIns="91440" anchor="ctr">
            <a:normAutofit/>
          </a:bodyPr>
          <a:lstStyle>
            <a:lvl1pPr marL="0" indent="0" algn="ctr">
              <a:buNone/>
              <a:defRPr sz="18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/>
              <a:t>Name Goes Here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A57A1FCE-E6BF-3747-9D43-42DBA6656EC0}"/>
              </a:ext>
            </a:extLst>
          </p:cNvPr>
          <p:cNvSpPr>
            <a:spLocks noGrp="1"/>
          </p:cNvSpPr>
          <p:nvPr>
            <p:ph type="body" sz="half" idx="16" hasCustomPrompt="1"/>
          </p:nvPr>
        </p:nvSpPr>
        <p:spPr>
          <a:xfrm>
            <a:off x="4666773" y="5257321"/>
            <a:ext cx="2919413" cy="583534"/>
          </a:xfrm>
        </p:spPr>
        <p:txBody>
          <a:bodyPr lIns="91440" rIns="91440" anchor="ctr">
            <a:normAutofit/>
          </a:bodyPr>
          <a:lstStyle>
            <a:lvl1pPr marL="0" indent="0" algn="ctr">
              <a:buNone/>
              <a:defRPr sz="18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/>
              <a:t>Name Goes Here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5B4B74C8-96E7-684F-91B9-8CE56CD10F1E}"/>
              </a:ext>
            </a:extLst>
          </p:cNvPr>
          <p:cNvSpPr>
            <a:spLocks noGrp="1"/>
          </p:cNvSpPr>
          <p:nvPr>
            <p:ph type="body" sz="half" idx="17" hasCustomPrompt="1"/>
          </p:nvPr>
        </p:nvSpPr>
        <p:spPr>
          <a:xfrm>
            <a:off x="8236267" y="5257321"/>
            <a:ext cx="2919413" cy="583534"/>
          </a:xfrm>
        </p:spPr>
        <p:txBody>
          <a:bodyPr lIns="91440" rIns="91440" anchor="ctr">
            <a:normAutofit/>
          </a:bodyPr>
          <a:lstStyle>
            <a:lvl1pPr marL="0" indent="0" algn="ctr">
              <a:buNone/>
              <a:defRPr sz="18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/>
              <a:t>Name Goes Here</a:t>
            </a:r>
          </a:p>
        </p:txBody>
      </p:sp>
      <p:sp>
        <p:nvSpPr>
          <p:cNvPr id="25" name="Title Placeholder 1">
            <a:extLst>
              <a:ext uri="{FF2B5EF4-FFF2-40B4-BE49-F238E27FC236}">
                <a16:creationId xmlns:a16="http://schemas.microsoft.com/office/drawing/2014/main" id="{D522564E-B348-544F-A8E5-CFCAFA48B5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7280" y="942871"/>
            <a:ext cx="10058400" cy="5875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cap="all" baseline="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18890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noProof="0" smtClean="0"/>
              <a:t>12/23/2025</a:t>
            </a:fld>
            <a:endParaRPr lang="en-US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722972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noProof="0" smtClean="0"/>
              <a:t>12/23/2025</a:t>
            </a:fld>
            <a:endParaRPr lang="en-US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05BFC727-5650-B049-AA2A-2511C08FB35B}"/>
              </a:ext>
            </a:extLst>
          </p:cNvPr>
          <p:cNvSpPr/>
          <p:nvPr userDrawn="1"/>
        </p:nvSpPr>
        <p:spPr>
          <a:xfrm flipH="1">
            <a:off x="0" y="0"/>
            <a:ext cx="1195754" cy="6858000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sp>
        <p:nvSpPr>
          <p:cNvPr id="6" name="Rectangle">
            <a:extLst>
              <a:ext uri="{FF2B5EF4-FFF2-40B4-BE49-F238E27FC236}">
                <a16:creationId xmlns:a16="http://schemas.microsoft.com/office/drawing/2014/main" id="{E700C598-C823-744D-BE16-5114B7625057}"/>
              </a:ext>
            </a:extLst>
          </p:cNvPr>
          <p:cNvSpPr/>
          <p:nvPr userDrawn="1"/>
        </p:nvSpPr>
        <p:spPr>
          <a:xfrm>
            <a:off x="635000" y="633875"/>
            <a:ext cx="10922000" cy="5590250"/>
          </a:xfrm>
          <a:prstGeom prst="rect">
            <a:avLst/>
          </a:prstGeom>
          <a:solidFill>
            <a:srgbClr val="F6F9FF"/>
          </a:solidFill>
          <a:ln w="12700">
            <a:noFill/>
            <a:miter lim="400000"/>
          </a:ln>
          <a:effectLst>
            <a:outerShdw blurRad="254000" dist="25400" dir="2700000" rotWithShape="0">
              <a:srgbClr val="1F2125">
                <a:alpha val="15000"/>
              </a:srgbClr>
            </a:outerShdw>
          </a:effectLst>
        </p:spPr>
        <p:txBody>
          <a:bodyPr lIns="0" tIns="0" rIns="0" bIns="0" anchor="ctr"/>
          <a:lstStyle/>
          <a:p>
            <a:pPr>
              <a:defRPr sz="3200" b="0">
                <a:solidFill>
                  <a:srgbClr val="E8ECF2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1BED569-C9C5-8F4D-A42A-ED4914579D6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24550" y="633875"/>
            <a:ext cx="5632450" cy="5591175"/>
          </a:xfrm>
          <a:solidFill>
            <a:schemeClr val="tx2"/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ACB6E588-2EB7-9A41-A93A-7757596EF9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5754" y="942870"/>
            <a:ext cx="4157296" cy="12927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cap="all" baseline="0"/>
            </a:lvl1pPr>
          </a:lstStyle>
          <a:p>
            <a:r>
              <a:rPr lang="en-US" noProof="0"/>
              <a:t>Title goes here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A6C0FE70-F6BB-3D40-AD3C-E704CABE49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95754" y="2281657"/>
            <a:ext cx="4157296" cy="3633471"/>
          </a:xfrm>
        </p:spPr>
        <p:txBody>
          <a:bodyPr>
            <a:normAutofit/>
          </a:bodyPr>
          <a:lstStyle>
            <a:lvl1pPr marL="0" indent="0">
              <a:buClr>
                <a:schemeClr val="tx1"/>
              </a:buClr>
              <a:buNone/>
              <a:defRPr sz="1600">
                <a:solidFill>
                  <a:schemeClr val="tx1"/>
                </a:solidFill>
              </a:defRPr>
            </a:lvl1pPr>
            <a:lvl2pPr marL="201168" indent="0">
              <a:buClr>
                <a:schemeClr val="tx1"/>
              </a:buClr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2pPr>
            <a:lvl3pPr marL="384048" indent="0">
              <a:buClr>
                <a:schemeClr val="tx1"/>
              </a:buClr>
              <a:buFont typeface="Arial" panose="020B0604020202020204" pitchFamily="34" charset="0"/>
              <a:buNone/>
              <a:defRPr sz="1100">
                <a:solidFill>
                  <a:schemeClr val="tx1"/>
                </a:solidFill>
              </a:defRPr>
            </a:lvl3pPr>
            <a:lvl4pPr marL="566928" indent="0">
              <a:buClr>
                <a:schemeClr val="tx1"/>
              </a:buClr>
              <a:buFont typeface="Arial" panose="020B0604020202020204" pitchFamily="34" charset="0"/>
              <a:buNone/>
              <a:defRPr sz="1100">
                <a:solidFill>
                  <a:schemeClr val="tx1"/>
                </a:solidFill>
              </a:defRPr>
            </a:lvl4pPr>
            <a:lvl5pPr marL="749808" indent="0">
              <a:buClr>
                <a:schemeClr val="tx1"/>
              </a:buClr>
              <a:buFont typeface="Arial" panose="020B0604020202020204" pitchFamily="34" charset="0"/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701714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noProof="0" smtClean="0"/>
              <a:t>12/23/2025</a:t>
            </a:fld>
            <a:endParaRPr lang="en-US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0AB10FFC-D586-994D-8D3D-F4042255CB72}"/>
              </a:ext>
            </a:extLst>
          </p:cNvPr>
          <p:cNvSpPr/>
          <p:nvPr userDrawn="1"/>
        </p:nvSpPr>
        <p:spPr>
          <a:xfrm flipH="1"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sp>
        <p:nvSpPr>
          <p:cNvPr id="6" name="Rectangle">
            <a:extLst>
              <a:ext uri="{FF2B5EF4-FFF2-40B4-BE49-F238E27FC236}">
                <a16:creationId xmlns:a16="http://schemas.microsoft.com/office/drawing/2014/main" id="{C7B0C08A-E831-D242-B2CE-2DEB004F982F}"/>
              </a:ext>
            </a:extLst>
          </p:cNvPr>
          <p:cNvSpPr/>
          <p:nvPr userDrawn="1"/>
        </p:nvSpPr>
        <p:spPr>
          <a:xfrm>
            <a:off x="635000" y="633875"/>
            <a:ext cx="10922000" cy="5590250"/>
          </a:xfrm>
          <a:prstGeom prst="rect">
            <a:avLst/>
          </a:prstGeom>
          <a:solidFill>
            <a:srgbClr val="F6F9FF"/>
          </a:solidFill>
          <a:ln w="12700">
            <a:noFill/>
            <a:miter lim="400000"/>
          </a:ln>
          <a:effectLst>
            <a:outerShdw blurRad="254000" dist="25400" dir="2700000" rotWithShape="0">
              <a:srgbClr val="1F2125">
                <a:alpha val="15000"/>
              </a:srgbClr>
            </a:outerShdw>
          </a:effectLst>
        </p:spPr>
        <p:txBody>
          <a:bodyPr lIns="0" tIns="0" rIns="0" bIns="0" anchor="ctr"/>
          <a:lstStyle/>
          <a:p>
            <a:pPr>
              <a:defRPr sz="3200" b="0">
                <a:solidFill>
                  <a:srgbClr val="E8ECF2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05C2191-88F7-4148-96FD-E129F707E038}"/>
              </a:ext>
            </a:extLst>
          </p:cNvPr>
          <p:cNvCxnSpPr/>
          <p:nvPr userDrawn="1"/>
        </p:nvCxnSpPr>
        <p:spPr>
          <a:xfrm>
            <a:off x="6818393" y="999565"/>
            <a:ext cx="0" cy="485887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61FB2196-E251-5A40-86F7-6092CEBFA1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5000" y="3135207"/>
            <a:ext cx="5460992" cy="5875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4800" cap="all" baseline="0"/>
            </a:lvl1pPr>
          </a:lstStyle>
          <a:p>
            <a:r>
              <a:rPr lang="en-US" noProof="0"/>
              <a:t>Title goes here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C2FACD1B-0D9C-A547-98A0-D66C341D3D7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7540794" y="831286"/>
            <a:ext cx="4016206" cy="5195425"/>
          </a:xfrm>
        </p:spPr>
        <p:txBody>
          <a:bodyPr anchor="ctr">
            <a:normAutofit/>
          </a:bodyPr>
          <a:lstStyle>
            <a:lvl1pPr marL="342900" indent="-342900">
              <a:buClr>
                <a:schemeClr val="tx1"/>
              </a:buClr>
              <a:buFont typeface="+mj-lt"/>
              <a:buAutoNum type="arabicPeriod"/>
              <a:defRPr sz="1600">
                <a:solidFill>
                  <a:schemeClr val="tx1"/>
                </a:solidFill>
              </a:defRPr>
            </a:lvl1pPr>
            <a:lvl2pPr marL="544068" indent="-342900">
              <a:buClr>
                <a:schemeClr val="tx1"/>
              </a:buClr>
              <a:buFont typeface="+mj-lt"/>
              <a:buAutoNum type="arabicPeriod"/>
              <a:defRPr sz="1400"/>
            </a:lvl2pPr>
            <a:lvl3pPr marL="612648" indent="-228600">
              <a:buClr>
                <a:schemeClr val="tx1"/>
              </a:buClr>
              <a:buFont typeface="+mj-lt"/>
              <a:buAutoNum type="arabicPeriod"/>
              <a:defRPr sz="1100"/>
            </a:lvl3pPr>
            <a:lvl4pPr marL="795528" indent="-228600">
              <a:buClr>
                <a:schemeClr val="tx1"/>
              </a:buClr>
              <a:buFont typeface="+mj-lt"/>
              <a:buAutoNum type="arabicPeriod"/>
              <a:defRPr sz="1100"/>
            </a:lvl4pPr>
            <a:lvl5pPr marL="978408" indent="-228600">
              <a:buClr>
                <a:schemeClr val="tx1"/>
              </a:buClr>
              <a:buFont typeface="+mj-lt"/>
              <a:buAutoNum type="arabicPeriod"/>
              <a:defRPr sz="1100"/>
            </a:lvl5pPr>
          </a:lstStyle>
          <a:p>
            <a:pPr lvl="0"/>
            <a:r>
              <a:rPr lang="en-US" noProof="0"/>
              <a:t>Quote Goes Here</a:t>
            </a:r>
          </a:p>
        </p:txBody>
      </p:sp>
    </p:spTree>
    <p:extLst>
      <p:ext uri="{BB962C8B-B14F-4D97-AF65-F5344CB8AC3E}">
        <p14:creationId xmlns:p14="http://schemas.microsoft.com/office/powerpoint/2010/main" val="41849357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noProof="0" smtClean="0"/>
              <a:t>12/23/2025</a:t>
            </a:fld>
            <a:endParaRPr lang="en-US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AA314B25-B4AF-394E-BBDA-7E6BAD315F39}"/>
              </a:ext>
            </a:extLst>
          </p:cNvPr>
          <p:cNvSpPr/>
          <p:nvPr userDrawn="1"/>
        </p:nvSpPr>
        <p:spPr>
          <a:xfrm>
            <a:off x="3351057" y="0"/>
            <a:ext cx="8840943" cy="6858000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sp>
        <p:nvSpPr>
          <p:cNvPr id="6" name="Rectangle">
            <a:extLst>
              <a:ext uri="{FF2B5EF4-FFF2-40B4-BE49-F238E27FC236}">
                <a16:creationId xmlns:a16="http://schemas.microsoft.com/office/drawing/2014/main" id="{737575EF-0D14-6140-A91B-260C9C9DFE41}"/>
              </a:ext>
            </a:extLst>
          </p:cNvPr>
          <p:cNvSpPr/>
          <p:nvPr userDrawn="1"/>
        </p:nvSpPr>
        <p:spPr>
          <a:xfrm>
            <a:off x="635000" y="633875"/>
            <a:ext cx="10922000" cy="5590250"/>
          </a:xfrm>
          <a:prstGeom prst="rect">
            <a:avLst/>
          </a:prstGeom>
          <a:solidFill>
            <a:srgbClr val="F6F9FF"/>
          </a:solidFill>
          <a:ln w="12700">
            <a:noFill/>
            <a:miter lim="400000"/>
          </a:ln>
          <a:effectLst>
            <a:outerShdw blurRad="254000" dist="25400" dir="2700000" rotWithShape="0">
              <a:srgbClr val="1F2125">
                <a:alpha val="15000"/>
              </a:srgbClr>
            </a:outerShdw>
          </a:effectLst>
        </p:spPr>
        <p:txBody>
          <a:bodyPr lIns="0" tIns="0" rIns="0" bIns="0" anchor="ctr"/>
          <a:lstStyle/>
          <a:p>
            <a:pPr>
              <a:defRPr sz="3200" b="0">
                <a:solidFill>
                  <a:srgbClr val="E8ECF2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82544261-8049-494B-A93D-BDFF1BB847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5000" y="3135207"/>
            <a:ext cx="4886854" cy="5875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cap="all" baseline="0"/>
            </a:lvl1pPr>
          </a:lstStyle>
          <a:p>
            <a:r>
              <a:rPr lang="en-US" noProof="0"/>
              <a:t>Title goes here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9214786D-83EE-814C-A5E4-D0EC7D29D0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75829" y="633875"/>
            <a:ext cx="5981171" cy="5590250"/>
          </a:xfrm>
        </p:spPr>
        <p:txBody>
          <a:bodyPr anchor="ctr">
            <a:normAutofit/>
          </a:bodyPr>
          <a:lstStyle>
            <a:lvl1pPr marL="342900" indent="-342900">
              <a:buClr>
                <a:schemeClr val="tx1"/>
              </a:buClr>
              <a:buFont typeface="+mj-lt"/>
              <a:buAutoNum type="arabicPeriod"/>
              <a:defRPr sz="1600">
                <a:solidFill>
                  <a:schemeClr val="tx1"/>
                </a:solidFill>
              </a:defRPr>
            </a:lvl1pPr>
            <a:lvl2pPr marL="544068" indent="-342900">
              <a:buClr>
                <a:schemeClr val="tx1"/>
              </a:buClr>
              <a:buFont typeface="+mj-lt"/>
              <a:buAutoNum type="arabicPeriod"/>
              <a:defRPr sz="1400">
                <a:solidFill>
                  <a:schemeClr val="tx1"/>
                </a:solidFill>
              </a:defRPr>
            </a:lvl2pPr>
            <a:lvl3pPr marL="612648" indent="-228600">
              <a:buClr>
                <a:schemeClr val="tx1"/>
              </a:buClr>
              <a:buFont typeface="+mj-lt"/>
              <a:buAutoNum type="arabicPeriod"/>
              <a:defRPr sz="1100">
                <a:solidFill>
                  <a:schemeClr val="tx1"/>
                </a:solidFill>
              </a:defRPr>
            </a:lvl3pPr>
            <a:lvl4pPr marL="795528" indent="-228600">
              <a:buClr>
                <a:schemeClr val="tx1"/>
              </a:buClr>
              <a:buFont typeface="+mj-lt"/>
              <a:buAutoNum type="arabicPeriod"/>
              <a:defRPr sz="1100">
                <a:solidFill>
                  <a:schemeClr val="tx1"/>
                </a:solidFill>
              </a:defRPr>
            </a:lvl4pPr>
            <a:lvl5pPr marL="978408" indent="-228600">
              <a:buClr>
                <a:schemeClr val="tx1"/>
              </a:buClr>
              <a:buFont typeface="+mj-lt"/>
              <a:buAutoNum type="arabicPeriod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0791853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noProof="0" smtClean="0"/>
              <a:t>12/23/2025</a:t>
            </a:fld>
            <a:endParaRPr lang="en-US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2E148DD3-DD87-154B-80B4-2421965D3C83}"/>
              </a:ext>
            </a:extLst>
          </p:cNvPr>
          <p:cNvSpPr/>
          <p:nvPr userDrawn="1"/>
        </p:nvSpPr>
        <p:spPr>
          <a:xfrm>
            <a:off x="1" y="1714500"/>
            <a:ext cx="12192000" cy="3429000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sp>
        <p:nvSpPr>
          <p:cNvPr id="6" name="Rectangle">
            <a:extLst>
              <a:ext uri="{FF2B5EF4-FFF2-40B4-BE49-F238E27FC236}">
                <a16:creationId xmlns:a16="http://schemas.microsoft.com/office/drawing/2014/main" id="{742E4732-0E8F-7B46-BD08-0F2EE0DA8786}"/>
              </a:ext>
            </a:extLst>
          </p:cNvPr>
          <p:cNvSpPr/>
          <p:nvPr userDrawn="1"/>
        </p:nvSpPr>
        <p:spPr>
          <a:xfrm>
            <a:off x="635000" y="633875"/>
            <a:ext cx="10922000" cy="5590250"/>
          </a:xfrm>
          <a:prstGeom prst="rect">
            <a:avLst/>
          </a:prstGeom>
          <a:solidFill>
            <a:srgbClr val="F6F9FF"/>
          </a:solidFill>
          <a:ln w="12700">
            <a:noFill/>
            <a:miter lim="400000"/>
          </a:ln>
          <a:effectLst>
            <a:outerShdw blurRad="254000" dist="25400" dir="2700000" rotWithShape="0">
              <a:srgbClr val="1F2125">
                <a:alpha val="15000"/>
              </a:srgbClr>
            </a:outerShdw>
          </a:effectLst>
        </p:spPr>
        <p:txBody>
          <a:bodyPr lIns="0" tIns="0" rIns="0" bIns="0" anchor="ctr"/>
          <a:lstStyle/>
          <a:p>
            <a:pPr>
              <a:defRPr sz="3200" b="0">
                <a:solidFill>
                  <a:srgbClr val="E8ECF2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6E73F81A-7260-5C4F-A7FF-CA2CC731BC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43870" y="942871"/>
            <a:ext cx="5711810" cy="5875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4CD13CD4-3E4F-2E41-ACF4-2446257D23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43870" y="1973589"/>
            <a:ext cx="5711810" cy="3941540"/>
          </a:xfrm>
        </p:spPr>
        <p:txBody>
          <a:bodyPr>
            <a:normAutofit/>
          </a:bodyPr>
          <a:lstStyle>
            <a:lvl1pPr>
              <a:buClr>
                <a:schemeClr val="tx1"/>
              </a:buClr>
              <a:defRPr sz="1600">
                <a:solidFill>
                  <a:schemeClr val="tx1"/>
                </a:solidFill>
              </a:defRPr>
            </a:lvl1pPr>
            <a:lvl2pPr marL="384048" indent="-182880"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566928" indent="-182880">
              <a:buClr>
                <a:schemeClr val="tx1"/>
              </a:buClr>
              <a:buFont typeface="Arial" panose="020B0604020202020204" pitchFamily="34" charset="0"/>
              <a:buChar char="•"/>
              <a:defRPr sz="1100">
                <a:solidFill>
                  <a:schemeClr val="tx1"/>
                </a:solidFill>
              </a:defRPr>
            </a:lvl3pPr>
            <a:lvl4pPr marL="749808" indent="-182880">
              <a:buClr>
                <a:schemeClr val="tx1"/>
              </a:buClr>
              <a:buFont typeface="Arial" panose="020B0604020202020204" pitchFamily="34" charset="0"/>
              <a:buChar char="•"/>
              <a:defRPr sz="1100">
                <a:solidFill>
                  <a:schemeClr val="tx1"/>
                </a:solidFill>
              </a:defRPr>
            </a:lvl4pPr>
            <a:lvl5pPr marL="932688" indent="-182880">
              <a:buClr>
                <a:schemeClr val="tx1"/>
              </a:buClr>
              <a:buFont typeface="Arial" panose="020B0604020202020204" pitchFamily="34" charset="0"/>
              <a:buChar char="•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D8E69886-8907-DB47-87C2-0621AF156D9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05170" y="621039"/>
            <a:ext cx="4589130" cy="5603086"/>
          </a:xfrm>
          <a:solidFill>
            <a:srgbClr val="EDEFF7"/>
          </a:solidFill>
        </p:spPr>
        <p:txBody>
          <a:bodyPr>
            <a:normAutofit/>
          </a:bodyPr>
          <a:lstStyle>
            <a:lvl1pPr>
              <a:buClr>
                <a:schemeClr val="tx1"/>
              </a:buClr>
              <a:defRPr sz="1600">
                <a:solidFill>
                  <a:schemeClr val="tx1"/>
                </a:solidFill>
              </a:defRPr>
            </a:lvl1pPr>
            <a:lvl2pPr marL="384048" indent="-182880"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 marL="566928" indent="-182880">
              <a:buClr>
                <a:schemeClr val="tx1"/>
              </a:buClr>
              <a:buFont typeface="Arial" panose="020B0604020202020204" pitchFamily="34" charset="0"/>
              <a:buChar char="•"/>
              <a:defRPr sz="1100">
                <a:solidFill>
                  <a:schemeClr val="tx1"/>
                </a:solidFill>
              </a:defRPr>
            </a:lvl3pPr>
            <a:lvl4pPr marL="749808" indent="-182880">
              <a:buClr>
                <a:schemeClr val="tx1"/>
              </a:buClr>
              <a:buFont typeface="Arial" panose="020B0604020202020204" pitchFamily="34" charset="0"/>
              <a:buChar char="•"/>
              <a:defRPr sz="1100">
                <a:solidFill>
                  <a:schemeClr val="tx1"/>
                </a:solidFill>
              </a:defRPr>
            </a:lvl4pPr>
            <a:lvl5pPr marL="932688" indent="-182880">
              <a:buClr>
                <a:schemeClr val="tx1"/>
              </a:buClr>
              <a:buFont typeface="Arial" panose="020B0604020202020204" pitchFamily="34" charset="0"/>
              <a:buChar char="•"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6263102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">
            <a:extLst>
              <a:ext uri="{FF2B5EF4-FFF2-40B4-BE49-F238E27FC236}">
                <a16:creationId xmlns:a16="http://schemas.microsoft.com/office/drawing/2014/main" id="{9C88DF2D-0421-A94C-82C1-867E1E5E4907}"/>
              </a:ext>
            </a:extLst>
          </p:cNvPr>
          <p:cNvSpPr/>
          <p:nvPr userDrawn="1"/>
        </p:nvSpPr>
        <p:spPr>
          <a:xfrm>
            <a:off x="10993582" y="0"/>
            <a:ext cx="1198418" cy="6858000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sp>
        <p:nvSpPr>
          <p:cNvPr id="10" name="Rectangle">
            <a:extLst>
              <a:ext uri="{FF2B5EF4-FFF2-40B4-BE49-F238E27FC236}">
                <a16:creationId xmlns:a16="http://schemas.microsoft.com/office/drawing/2014/main" id="{334D05A3-7A20-9447-8D39-F2980D85413A}"/>
              </a:ext>
            </a:extLst>
          </p:cNvPr>
          <p:cNvSpPr/>
          <p:nvPr userDrawn="1"/>
        </p:nvSpPr>
        <p:spPr>
          <a:xfrm>
            <a:off x="635000" y="633875"/>
            <a:ext cx="10922000" cy="5590250"/>
          </a:xfrm>
          <a:prstGeom prst="rect">
            <a:avLst/>
          </a:prstGeom>
          <a:solidFill>
            <a:srgbClr val="F6F9FF"/>
          </a:solidFill>
          <a:ln w="12700">
            <a:noFill/>
            <a:miter lim="400000"/>
          </a:ln>
          <a:effectLst>
            <a:outerShdw blurRad="254000" dist="25400" dir="2700000" rotWithShape="0">
              <a:srgbClr val="1F2125">
                <a:alpha val="15000"/>
              </a:srgbClr>
            </a:outerShdw>
          </a:effectLst>
        </p:spPr>
        <p:txBody>
          <a:bodyPr lIns="0" tIns="0" rIns="0" bIns="0" anchor="ctr"/>
          <a:lstStyle/>
          <a:p>
            <a:pPr>
              <a:defRPr sz="3200" b="0">
                <a:solidFill>
                  <a:srgbClr val="E8ECF2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634999" y="3927894"/>
            <a:ext cx="10922000" cy="2326856"/>
          </a:xfrm>
          <a:prstGeom prst="rect">
            <a:avLst/>
          </a:prstGeom>
          <a:solidFill>
            <a:srgbClr val="F6F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35001" y="603250"/>
            <a:ext cx="10921998" cy="3294019"/>
          </a:xfrm>
          <a:solidFill>
            <a:schemeClr val="bg1"/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298078"/>
            <a:ext cx="10113645" cy="743682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>
              <a:defRPr sz="3600" b="0">
                <a:solidFill>
                  <a:schemeClr val="tx1"/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213716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noProof="0" smtClean="0"/>
              <a:t>12/23/2025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463876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">
            <a:extLst>
              <a:ext uri="{FF2B5EF4-FFF2-40B4-BE49-F238E27FC236}">
                <a16:creationId xmlns:a16="http://schemas.microsoft.com/office/drawing/2014/main" id="{1552108B-1F90-0044-A7D4-0956E919F29A}"/>
              </a:ext>
            </a:extLst>
          </p:cNvPr>
          <p:cNvSpPr/>
          <p:nvPr userDrawn="1"/>
        </p:nvSpPr>
        <p:spPr>
          <a:xfrm>
            <a:off x="635000" y="633875"/>
            <a:ext cx="10922000" cy="5590250"/>
          </a:xfrm>
          <a:prstGeom prst="rect">
            <a:avLst/>
          </a:prstGeom>
          <a:solidFill>
            <a:srgbClr val="F6F9FF"/>
          </a:solidFill>
          <a:ln w="12700">
            <a:noFill/>
            <a:miter lim="400000"/>
          </a:ln>
          <a:effectLst>
            <a:outerShdw blurRad="254000" dist="25400" dir="2700000" rotWithShape="0">
              <a:srgbClr val="1F2125">
                <a:alpha val="15000"/>
              </a:srgbClr>
            </a:outerShdw>
          </a:effectLst>
        </p:spPr>
        <p:txBody>
          <a:bodyPr lIns="0" tIns="0" rIns="0" bIns="0" anchor="ctr"/>
          <a:lstStyle/>
          <a:p>
            <a:pPr>
              <a:defRPr sz="3200" b="0">
                <a:solidFill>
                  <a:srgbClr val="E8ECF2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942871"/>
            <a:ext cx="10058400" cy="5875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noProof="0" smtClean="0"/>
              <a:t>12/23/2025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943609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93" r:id="rId2"/>
    <p:sldLayoutId id="2147483675" r:id="rId3"/>
    <p:sldLayoutId id="2147483684" r:id="rId4"/>
    <p:sldLayoutId id="2147483678" r:id="rId5"/>
    <p:sldLayoutId id="2147483688" r:id="rId6"/>
    <p:sldLayoutId id="2147483679" r:id="rId7"/>
    <p:sldLayoutId id="2147483692" r:id="rId8"/>
    <p:sldLayoutId id="2147483691" r:id="rId9"/>
    <p:sldLayoutId id="2147483690" r:id="rId10"/>
    <p:sldLayoutId id="2147483689" r:id="rId11"/>
    <p:sldLayoutId id="2147483683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0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B7AEFB0-51F2-5449-996C-73382891D2F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 b="1" dirty="0" err="1" smtClean="0">
                <a:latin typeface="Chiller" panose="04020404031007020602" pitchFamily="82" charset="0"/>
              </a:rPr>
              <a:t>Tawakkul</a:t>
            </a:r>
            <a:r>
              <a:rPr lang="en-US" sz="6600" b="1" dirty="0" smtClean="0">
                <a:latin typeface="Chiller" panose="04020404031007020602" pitchFamily="82" charset="0"/>
              </a:rPr>
              <a:t> </a:t>
            </a:r>
            <a:r>
              <a:rPr lang="en-US" sz="6600" b="1" dirty="0">
                <a:latin typeface="Chiller" panose="04020404031007020602" pitchFamily="82" charset="0"/>
              </a:rPr>
              <a:t>– Trust in Allah</a:t>
            </a:r>
            <a:r>
              <a:rPr lang="en-US" sz="9600" dirty="0">
                <a:latin typeface="Chiller" panose="04020404031007020602" pitchFamily="82" charset="0"/>
              </a:rPr>
              <a:t/>
            </a:r>
            <a:br>
              <a:rPr lang="en-US" sz="9600" dirty="0">
                <a:latin typeface="Chiller" panose="04020404031007020602" pitchFamily="82" charset="0"/>
              </a:rPr>
            </a:br>
            <a:endParaRPr lang="en-US" sz="9600" dirty="0">
              <a:latin typeface="Chiller" panose="04020404031007020602" pitchFamily="82" charset="0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B0F6D6CF-8D73-6643-A348-53AAE29FD1C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>
                <a:latin typeface="Aldhabi" panose="01000000000000000000" pitchFamily="2" charset="-78"/>
                <a:cs typeface="Aldhabi" panose="01000000000000000000" pitchFamily="2" charset="-78"/>
              </a:rPr>
              <a:t>Presented by: </a:t>
            </a:r>
            <a:r>
              <a:rPr lang="en-US" dirty="0" err="1" smtClean="0">
                <a:latin typeface="Aldhabi" panose="01000000000000000000" pitchFamily="2" charset="-78"/>
                <a:cs typeface="Aldhabi" panose="01000000000000000000" pitchFamily="2" charset="-78"/>
              </a:rPr>
              <a:t>afsha</a:t>
            </a:r>
            <a:r>
              <a:rPr lang="en-US" dirty="0" smtClean="0">
                <a:latin typeface="Aldhabi" panose="01000000000000000000" pitchFamily="2" charset="-78"/>
                <a:cs typeface="Aldhabi" panose="01000000000000000000" pitchFamily="2" charset="-78"/>
              </a:rPr>
              <a:t> </a:t>
            </a:r>
            <a:r>
              <a:rPr lang="en-US" dirty="0" err="1" smtClean="0">
                <a:latin typeface="Aldhabi" panose="01000000000000000000" pitchFamily="2" charset="-78"/>
                <a:cs typeface="Aldhabi" panose="01000000000000000000" pitchFamily="2" charset="-78"/>
              </a:rPr>
              <a:t>tariq</a:t>
            </a:r>
            <a:endParaRPr lang="en-US" dirty="0" smtClean="0">
              <a:latin typeface="Aldhabi" panose="01000000000000000000" pitchFamily="2" charset="-78"/>
              <a:cs typeface="Aldhabi" panose="01000000000000000000" pitchFamily="2" charset="-78"/>
            </a:endParaRPr>
          </a:p>
          <a:p>
            <a:r>
              <a:rPr lang="en-US" dirty="0" smtClean="0">
                <a:latin typeface="Aldhabi" panose="01000000000000000000" pitchFamily="2" charset="-78"/>
                <a:cs typeface="Aldhabi" panose="01000000000000000000" pitchFamily="2" charset="-78"/>
              </a:rPr>
              <a:t>Roll no: 86</a:t>
            </a:r>
            <a:endParaRPr lang="en-US" dirty="0"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83336583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/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250" b="10250"/>
          <a:stretch>
            <a:fillRect/>
          </a:stretch>
        </p:blipFill>
        <p:spPr/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208815" y="1249892"/>
            <a:ext cx="4604155" cy="1292750"/>
          </a:xfrm>
        </p:spPr>
        <p:txBody>
          <a:bodyPr>
            <a:noAutofit/>
          </a:bodyPr>
          <a:lstStyle/>
          <a:p>
            <a:r>
              <a:rPr lang="en-US" sz="3200" dirty="0">
                <a:latin typeface="Algerian" panose="04020705040A02060702" pitchFamily="82" charset="0"/>
              </a:rPr>
              <a:t>What is </a:t>
            </a:r>
            <a:r>
              <a:rPr lang="en-US" sz="3200" dirty="0" err="1" smtClean="0">
                <a:latin typeface="Algerian" panose="04020705040A02060702" pitchFamily="82" charset="0"/>
              </a:rPr>
              <a:t>Tawakul</a:t>
            </a:r>
            <a:r>
              <a:rPr lang="en-US" sz="3200" dirty="0" smtClean="0">
                <a:latin typeface="Algerian" panose="04020705040A02060702" pitchFamily="82" charset="0"/>
              </a:rPr>
              <a:t>?</a:t>
            </a:r>
            <a:endParaRPr lang="en-US" sz="3200" u="sng" dirty="0">
              <a:solidFill>
                <a:schemeClr val="accent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gerian" panose="04020705040A02060702" pitchFamily="82" charset="0"/>
              <a:cs typeface="Aldhabi" panose="01000000000000000000" pitchFamily="2" charset="-78"/>
            </a:endParaRPr>
          </a:p>
        </p:txBody>
      </p:sp>
      <p:sp>
        <p:nvSpPr>
          <p:cNvPr id="5" name="Rectangle 1"/>
          <p:cNvSpPr>
            <a:spLocks noGrp="1" noChangeArrowheads="1"/>
          </p:cNvSpPr>
          <p:nvPr>
            <p:ph sz="half" idx="2"/>
          </p:nvPr>
        </p:nvSpPr>
        <p:spPr bwMode="auto">
          <a:xfrm>
            <a:off x="880884" y="2542642"/>
            <a:ext cx="5152795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Bell MT" panose="02020503060305020303" pitchFamily="18" charset="0"/>
              </a:rPr>
              <a:t>Tawakul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ell MT" panose="02020503060305020303" pitchFamily="18" charset="0"/>
              </a:rPr>
              <a:t> = Trust and reliance on Allah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ell MT" panose="02020503060305020303" pitchFamily="18" charset="0"/>
              </a:rPr>
              <a:t>Belief that Allah controls everything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ell MT" panose="02020503060305020303" pitchFamily="18" charset="0"/>
              </a:rPr>
              <a:t>Effort + Faith =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Bell MT" panose="02020503060305020303" pitchFamily="18" charset="0"/>
              </a:rPr>
              <a:t>Tawakul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359910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="1" dirty="0">
                <a:latin typeface="Algerian" panose="04020705040A02060702" pitchFamily="82" charset="0"/>
              </a:rPr>
              <a:t> </a:t>
            </a:r>
            <a:r>
              <a:rPr lang="en-US" b="1" dirty="0" smtClean="0">
                <a:latin typeface="Algerian" panose="04020705040A02060702" pitchFamily="82" charset="0"/>
              </a:rPr>
              <a:t>     Examples </a:t>
            </a:r>
            <a:r>
              <a:rPr lang="en-US" b="1" dirty="0">
                <a:latin typeface="Algerian" panose="04020705040A02060702" pitchFamily="82" charset="0"/>
              </a:rPr>
              <a:t>from the Qur’an</a:t>
            </a:r>
            <a:br>
              <a:rPr lang="en-US" b="1" dirty="0">
                <a:latin typeface="Algerian" panose="04020705040A02060702" pitchFamily="82" charset="0"/>
              </a:rPr>
            </a:br>
            <a:endParaRPr lang="en-US" dirty="0">
              <a:latin typeface="Algerian" panose="04020705040A02060702" pitchFamily="82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14"/>
          </p:nvPr>
        </p:nvSpPr>
        <p:spPr>
          <a:xfrm>
            <a:off x="515105" y="509678"/>
            <a:ext cx="4589130" cy="5603086"/>
          </a:xfrm>
        </p:spPr>
        <p:txBody>
          <a:bodyPr/>
          <a:lstStyle/>
          <a:p>
            <a:pPr lvl="1" algn="justLow">
              <a:buFont typeface="Wingdings" panose="05000000000000000000" pitchFamily="2" charset="2"/>
              <a:buChar char="v"/>
            </a:pPr>
            <a:r>
              <a:rPr lang="en-US" sz="1600" i="1" dirty="0" smtClean="0">
                <a:latin typeface="Helvetica Neue Medium"/>
              </a:rPr>
              <a:t> </a:t>
            </a:r>
            <a:r>
              <a:rPr lang="en-US" sz="2000" i="1" dirty="0" smtClean="0">
                <a:latin typeface="Helvetica Neue Medium"/>
              </a:rPr>
              <a:t>Prophet </a:t>
            </a:r>
            <a:r>
              <a:rPr lang="en-US" sz="2000" i="1" dirty="0">
                <a:latin typeface="Helvetica Neue Medium"/>
              </a:rPr>
              <a:t>Ibrahim (AS) – complete trust in Allah</a:t>
            </a:r>
          </a:p>
          <a:p>
            <a:pPr lvl="1" algn="justLow">
              <a:buFont typeface="Wingdings" panose="05000000000000000000" pitchFamily="2" charset="2"/>
              <a:buChar char="v"/>
            </a:pPr>
            <a:r>
              <a:rPr lang="en-US" sz="2000" i="1" dirty="0" smtClean="0">
                <a:latin typeface="Helvetica Neue Medium"/>
              </a:rPr>
              <a:t> Prophet </a:t>
            </a:r>
            <a:r>
              <a:rPr lang="en-US" sz="2000" i="1" dirty="0">
                <a:latin typeface="Helvetica Neue Medium"/>
              </a:rPr>
              <a:t>Muhammad </a:t>
            </a:r>
            <a:r>
              <a:rPr lang="ur-PK" sz="2000" i="1" dirty="0">
                <a:latin typeface="Helvetica Neue Medium"/>
              </a:rPr>
              <a:t>ﷺ – </a:t>
            </a:r>
            <a:r>
              <a:rPr lang="en-US" sz="2000" i="1" dirty="0">
                <a:latin typeface="Helvetica Neue Medium"/>
              </a:rPr>
              <a:t>relied on Allah during battles</a:t>
            </a:r>
          </a:p>
          <a:p>
            <a:pPr lvl="1" algn="justLow">
              <a:buFont typeface="Wingdings" panose="05000000000000000000" pitchFamily="2" charset="2"/>
              <a:buChar char="v"/>
            </a:pPr>
            <a:r>
              <a:rPr lang="en-US" sz="2000" i="1" dirty="0" smtClean="0">
                <a:latin typeface="Helvetica Neue Medium"/>
              </a:rPr>
              <a:t> Put </a:t>
            </a:r>
            <a:r>
              <a:rPr lang="en-US" sz="2000" i="1" dirty="0">
                <a:latin typeface="Helvetica Neue Medium"/>
              </a:rPr>
              <a:t>your trust in Allah if you are believers” (3:159)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3870" y="1625999"/>
            <a:ext cx="5973067" cy="4226161"/>
          </a:xfrm>
        </p:spPr>
      </p:pic>
    </p:spTree>
    <p:extLst>
      <p:ext uri="{BB962C8B-B14F-4D97-AF65-F5344CB8AC3E}">
        <p14:creationId xmlns:p14="http://schemas.microsoft.com/office/powerpoint/2010/main" val="9013786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772553" y="1434766"/>
            <a:ext cx="5460992" cy="587584"/>
          </a:xfrm>
        </p:spPr>
        <p:txBody>
          <a:bodyPr/>
          <a:lstStyle/>
          <a:p>
            <a:r>
              <a:rPr lang="en-US" sz="3200" b="1" dirty="0" smtClean="0">
                <a:latin typeface="Algerian" panose="04020705040A02060702" pitchFamily="82" charset="0"/>
              </a:rPr>
              <a:t>Conclusion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0288" y="831850"/>
            <a:ext cx="3897048" cy="5194300"/>
          </a:xfrm>
        </p:spPr>
      </p:pic>
      <p:sp>
        <p:nvSpPr>
          <p:cNvPr id="5" name="Rectangle 4"/>
          <p:cNvSpPr/>
          <p:nvPr/>
        </p:nvSpPr>
        <p:spPr>
          <a:xfrm>
            <a:off x="957943" y="1619182"/>
            <a:ext cx="6096000" cy="1292662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dirty="0" err="1" smtClean="0"/>
              <a:t>Tawakul</a:t>
            </a:r>
            <a:r>
              <a:rPr lang="en-US" sz="2000" dirty="0" smtClean="0"/>
              <a:t> </a:t>
            </a:r>
            <a:r>
              <a:rPr lang="en-US" sz="2000" dirty="0"/>
              <a:t>= Effort + Trust in Allah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dirty="0"/>
              <a:t>Stay patient and have faith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dirty="0"/>
              <a:t>Rely on Allah in every matter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7943" y="3219226"/>
            <a:ext cx="541647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 smtClean="0">
                <a:latin typeface="Brush Script MT" panose="03060802040406070304" pitchFamily="66" charset="0"/>
              </a:rPr>
              <a:t>“When you leave everything in Allah’s hand, you will see Allah’s hand in everything”</a:t>
            </a:r>
            <a:endParaRPr lang="en-US" sz="2800" i="1" dirty="0">
              <a:latin typeface="Brush Script MT" panose="030608020404060703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196406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7439" y="1097280"/>
            <a:ext cx="7680961" cy="4215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774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RetrospectVTI">
  <a:themeElements>
    <a:clrScheme name="MONO">
      <a:dk1>
        <a:srgbClr val="000000"/>
      </a:dk1>
      <a:lt1>
        <a:srgbClr val="ECEEF7"/>
      </a:lt1>
      <a:dk2>
        <a:srgbClr val="000000"/>
      </a:dk2>
      <a:lt2>
        <a:srgbClr val="F5F8FF"/>
      </a:lt2>
      <a:accent1>
        <a:srgbClr val="ECEEF7"/>
      </a:accent1>
      <a:accent2>
        <a:srgbClr val="F5F8FF"/>
      </a:accent2>
      <a:accent3>
        <a:srgbClr val="A1A2A9"/>
      </a:accent3>
      <a:accent4>
        <a:srgbClr val="141514"/>
      </a:accent4>
      <a:accent5>
        <a:srgbClr val="000000"/>
      </a:accent5>
      <a:accent6>
        <a:srgbClr val="96969C"/>
      </a:accent6>
      <a:hlink>
        <a:srgbClr val="5F6063"/>
      </a:hlink>
      <a:folHlink>
        <a:srgbClr val="919191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inimalist_Light_Sales Pitch_02_Win32_AS_v3" id="{A204E388-A84B-4CC6-98FC-54ED9900B3CD}" vid="{1AF041A9-EA2C-4539-9272-70AF2168FE9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fa6e671f1cd7e4d96ff9652be322dd5e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4e2496f70b101db0b8013f30a071bbf7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E0A43D08-F4F9-4D95-9CB2-7DE37441607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029FA76-0C86-4BF1-99F1-A3115FBFFAB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4FAF7B5-E40C-46BE-9C83-DA251FCAE61E}">
  <ds:schemaRefs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purl.org/dc/terms/"/>
    <ds:schemaRef ds:uri="71af3243-3dd4-4a8d-8c0d-dd76da1f02a5"/>
    <ds:schemaRef ds:uri="http://www.w3.org/XML/1998/namespace"/>
    <ds:schemaRef ds:uri="http://schemas.microsoft.com/office/infopath/2007/PartnerControls"/>
    <ds:schemaRef ds:uri="16c05727-aa75-4e4a-9b5f-8a80a1165891"/>
    <ds:schemaRef ds:uri="http://schemas.microsoft.com/office/2006/metadata/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Minimalist sales pitch</Template>
  <TotalTime>0</TotalTime>
  <Words>111</Words>
  <Application>Microsoft Office PowerPoint</Application>
  <PresentationFormat>Widescreen</PresentationFormat>
  <Paragraphs>17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6" baseType="lpstr">
      <vt:lpstr>Aldhabi</vt:lpstr>
      <vt:lpstr>Algerian</vt:lpstr>
      <vt:lpstr>Arial</vt:lpstr>
      <vt:lpstr>Bell MT</vt:lpstr>
      <vt:lpstr>Brush Script MT</vt:lpstr>
      <vt:lpstr>Calibri</vt:lpstr>
      <vt:lpstr>Century Gothic</vt:lpstr>
      <vt:lpstr>Chiller</vt:lpstr>
      <vt:lpstr>Helvetica Neue Medium</vt:lpstr>
      <vt:lpstr>Wingdings</vt:lpstr>
      <vt:lpstr>RetrospectVTI</vt:lpstr>
      <vt:lpstr>Tawakkul – Trust in Allah </vt:lpstr>
      <vt:lpstr>What is Tawakul?</vt:lpstr>
      <vt:lpstr>      Examples from the Qur’an </vt:lpstr>
      <vt:lpstr>Conclusion </vt:lpstr>
      <vt:lpstr>PowerPoint Presentation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2025-12-21T12:30:19Z</dcterms:created>
  <dcterms:modified xsi:type="dcterms:W3CDTF">2025-12-23T18:33:18Z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